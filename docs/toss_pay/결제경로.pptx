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64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카드사 심사용 결제경로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주식회사 에스와이월드 / 타코몰리 배달 주문 앱  ·  MID: tacomom5cx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(1) 상호명 : 주식회사 에스와이월드
(2) 사업자등록번호 : 179-88-02490
(3) 가맹점 URL : https://delivery.tacomole.kr
(4) 운영체제 : Android / web (iOS 준비 중)
(5) 테스트 ID : test@test.com  /  PW : 1234
</a:t>
            </a:r>
            <a:r>
              <a:rPr lang="en-US" sz="1200" dirty="0">
                <a:solidFill>
                  <a:srgbClr val="666666"/>
                </a:solidFill>
              </a:rPr>
              <a:t>     ※ 비회원 구매 불가 → 위 계정으로 로그인 후 구매 (이메일 로그인)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① 어플 다운 경로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Google Play 검색 → 앱 상세 → 설치  (play.google.com/store/apps/details?id=com.tacomole.app)</a:t>
            </a:r>
            <a:endParaRPr lang="en-US" sz="1300" dirty="0"/>
          </a:p>
        </p:txBody>
      </p:sp>
      <p:pic>
        <p:nvPicPr>
          <p:cNvPr id="4" name="Image 0" descr="C:\Users\USER\Desktop\jhg\code\taco\mono\docs\toss_pay\screen\1-1.앱 다운로드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5486400" cy="5120640"/>
          </a:xfrm>
          <a:prstGeom prst="rect">
            <a:avLst/>
          </a:prstGeom>
        </p:spPr>
      </p:pic>
      <p:pic>
        <p:nvPicPr>
          <p:cNvPr id="5" name="Image 1" descr="C:\Users\USER\Desktop\jhg\code\taco\mono\docs\toss_pay\screen\1.앱_다운로드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371600"/>
            <a:ext cx="5486400" cy="5120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※ iOS 출시 후 App Store 동일 경로 캡처 추가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② 하단 사업자정보 캡처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앱/사이트 하단 · 사업자등록증과 일치</a:t>
            </a:r>
            <a:endParaRPr lang="en-US" sz="1300" dirty="0"/>
          </a:p>
        </p:txBody>
      </p:sp>
      <p:pic>
        <p:nvPicPr>
          <p:cNvPr id="4" name="Image 0" descr="C:\Users\USER\Desktop\jhg\code\taco\mono\docs\toss_pay\screen\2.앱_사업자정보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63040"/>
            <a:ext cx="548640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82880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(1) 상호명 : 주식회사 에스와이월드
(2) 대표자명 : 이윤수
(3) 사업자등록번호 : 179-88-02490
(4) 통신판매업신고번호 : </a:t>
            </a:r>
            <a:r>
              <a:rPr lang="en-US" sz="1300" dirty="0" err="1">
                <a:solidFill>
                  <a:srgbClr val="000000"/>
                </a:solidFill>
              </a:rPr>
              <a:t>제____호</a:t>
            </a:r>
            <a:r>
              <a:rPr lang="en-US" sz="1300" dirty="0">
                <a:solidFill>
                  <a:srgbClr val="000000"/>
                </a:solidFill>
              </a:rPr>
              <a:t>  </a:t>
            </a:r>
            <a:r>
              <a:rPr lang="en-US" sz="1300" b="1" dirty="0">
                <a:solidFill>
                  <a:srgbClr val="C0392B"/>
                </a:solidFill>
              </a:rPr>
              <a:t>
</a:t>
            </a:r>
            <a:r>
              <a:rPr lang="en-US" sz="1300" dirty="0">
                <a:solidFill>
                  <a:srgbClr val="000000"/>
                </a:solidFill>
              </a:rPr>
              <a:t>(5) 사업장 주소 : 인천광역시 서구 보듬로 158, 2층 202호 (오류동, 블루빌)
(6) 상점 전화번호 : 010-4593-0731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0" y="5120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③ 로그인 캡처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비회원 구매 불가 → 로그인 경로. 로그인 화면 → "이메일로 로그인" → 계정 입력</a:t>
            </a:r>
            <a:endParaRPr lang="en-US" sz="1300" dirty="0"/>
          </a:p>
        </p:txBody>
      </p:sp>
      <p:pic>
        <p:nvPicPr>
          <p:cNvPr id="4" name="Image 0" descr="C:\Users\USER\Desktop\jhg\code\taco\mono\docs\toss_pay\screen\3.로그인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3566160" cy="5120640"/>
          </a:xfrm>
          <a:prstGeom prst="rect">
            <a:avLst/>
          </a:prstGeom>
        </p:spPr>
      </p:pic>
      <p:pic>
        <p:nvPicPr>
          <p:cNvPr id="5" name="Image 1" descr="C:\Users\USER\Desktop\jhg\code\taco\mono\docs\toss_pay\screen\3_1로그인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97680" y="1371600"/>
            <a:ext cx="3566160" cy="5120640"/>
          </a:xfrm>
          <a:prstGeom prst="rect">
            <a:avLst/>
          </a:prstGeom>
        </p:spPr>
      </p:pic>
      <p:pic>
        <p:nvPicPr>
          <p:cNvPr id="6" name="Image 2" descr="C:\Users\USER\Desktop\jhg\code\taco\mono\docs\toss_pay\screen\3_2로그인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38160" y="1371600"/>
            <a:ext cx="35661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④ 환불 규정 캡처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유형상품(음식)  ·  delivery.tacomole.kr/refund-policy</a:t>
            </a:r>
            <a:endParaRPr lang="en-US" sz="1300" dirty="0"/>
          </a:p>
        </p:txBody>
      </p:sp>
      <p:pic>
        <p:nvPicPr>
          <p:cNvPr id="4" name="Image 0" descr="C:\Users\USER\Desktop\jhg\code\taco\mono\docs\toss_pay\screen\4.환불규정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493776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182880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000000"/>
                </a:solidFill>
              </a:rPr>
              <a:t>핵심 규정
</a:t>
            </a:r>
            <a:r>
              <a:rPr lang="en-US" sz="1300" dirty="0">
                <a:solidFill>
                  <a:srgbClr val="000000"/>
                </a:solidFill>
              </a:rPr>
              <a:t>· 조리 착수 전 취소 → 100% 환불
· 조리 착수 후 / 단순 변심 → 취소·환불 불가 (전자상거래법 제17조②)
· 미배달·오배송·구성 누락·변질 → 전액 환불 또는 재조리
· 환불 처리 : 결제수단 원복, 카드 3~5영업일
· 접수 : 고객센터 010-4593-0731 / tacomole26@gmail.com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5760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⑤ 상품선택 / 구매과정 캡처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홈 → 매장 선택 → 메뉴 → 메뉴 상세·옵션 선택</a:t>
            </a:r>
            <a:endParaRPr lang="en-US" sz="1300" dirty="0"/>
          </a:p>
        </p:txBody>
      </p:sp>
      <p:pic>
        <p:nvPicPr>
          <p:cNvPr id="4" name="Image 0" descr="C:\Users\USER\Desktop\jhg\code\taco\mono\docs\toss_pay\screen\5.주문흐름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3566160" cy="5120640"/>
          </a:xfrm>
          <a:prstGeom prst="rect">
            <a:avLst/>
          </a:prstGeom>
        </p:spPr>
      </p:pic>
      <p:pic>
        <p:nvPicPr>
          <p:cNvPr id="5" name="Image 1" descr="C:\Users\USER\Desktop\jhg\code\taco\mono\docs\toss_pay\screen\5_1주문흐름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97680" y="1371600"/>
            <a:ext cx="3566160" cy="5120640"/>
          </a:xfrm>
          <a:prstGeom prst="rect">
            <a:avLst/>
          </a:prstGeom>
        </p:spPr>
      </p:pic>
      <p:pic>
        <p:nvPicPr>
          <p:cNvPr id="6" name="Image 2" descr="C:\Users\USER\Desktop\jhg\code\taco\mono\docs\toss_pay\screen\5_2주문흐름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38160" y="1371600"/>
            <a:ext cx="35661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⑤ 상품선택 / 구매과정 캡처 (2/2)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장바구니 담기 → 배달 정보 입력 → 결제하기</a:t>
            </a:r>
            <a:endParaRPr lang="en-US" sz="1300" dirty="0"/>
          </a:p>
        </p:txBody>
      </p:sp>
      <p:pic>
        <p:nvPicPr>
          <p:cNvPr id="4" name="Image 0" descr="C:\Users\USER\Desktop\jhg\code\taco\mono\docs\toss_pay\screen\스크린샷 2026-08-29 1831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3566160" cy="5120640"/>
          </a:xfrm>
          <a:prstGeom prst="rect">
            <a:avLst/>
          </a:prstGeom>
        </p:spPr>
      </p:pic>
      <p:pic>
        <p:nvPicPr>
          <p:cNvPr id="5" name="Image 1" descr="C:\Users\USER\Desktop\jhg\code\taco\mono\docs\toss_pay\screen\5_3주문흐름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97680" y="1371600"/>
            <a:ext cx="3566160" cy="5120640"/>
          </a:xfrm>
          <a:prstGeom prst="rect">
            <a:avLst/>
          </a:prstGeom>
        </p:spPr>
      </p:pic>
      <p:pic>
        <p:nvPicPr>
          <p:cNvPr id="6" name="Image 2" descr="C:\Users\USER\Desktop\jhg\code\taco\mono\docs\toss_pay\screen\5_4주문흐름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38160" y="1371600"/>
            <a:ext cx="35661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⑥ 카드 결제경로 캡처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4" name="Image 0" descr="C:\Users\USER\Desktop\jhg\code\taco\mono\docs\toss_pay\screen\5_5주문흐름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1463040"/>
            <a:ext cx="384048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70408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</a:p>
          <a:p>
            <a:pPr marL="0" indent="0">
              <a:lnSpc>
                <a:spcPct val="145000"/>
              </a:lnSpc>
              <a:buNone/>
            </a:pPr>
            <a:endParaRPr lang="en-US" sz="1300" b="1" dirty="0">
              <a:solidFill>
                <a:srgbClr val="000000"/>
              </a:solidFill>
            </a:endParaRPr>
          </a:p>
          <a:p>
            <a:pPr marL="0" indent="0">
              <a:lnSpc>
                <a:spcPct val="145000"/>
              </a:lnSpc>
              <a:buNone/>
            </a:pPr>
            <a:endParaRPr lang="en-US" sz="1300" b="1" dirty="0">
              <a:solidFill>
                <a:srgbClr val="000000"/>
              </a:solidFill>
            </a:endParaRPr>
          </a:p>
          <a:p>
            <a:pPr marL="0" indent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00000"/>
                </a:solidFill>
              </a:rPr>
              <a:t>\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88B660-0B38-8F95-7643-F05CA95DF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7537"/>
            <a:ext cx="3943900" cy="39276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358</Words>
  <Application>Microsoft Office PowerPoint</Application>
  <PresentationFormat>와이드스크린</PresentationFormat>
  <Paragraphs>31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형근 지</cp:lastModifiedBy>
  <cp:revision>2</cp:revision>
  <dcterms:created xsi:type="dcterms:W3CDTF">2026-08-29T09:43:49Z</dcterms:created>
  <dcterms:modified xsi:type="dcterms:W3CDTF">2026-08-29T09:48:03Z</dcterms:modified>
</cp:coreProperties>
</file>